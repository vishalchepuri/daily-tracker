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366F1"/>
                </a:solidFill>
                <a:latin typeface="Arial"/>
              </a:defRPr>
            </a:pPr>
            <a:r>
              <a:t>Dayza</a:t>
            </a:r>
          </a:p>
          <a:p>
            <a:pPr algn="ctr">
              <a:spcBef>
                <a:spcPts val="2000"/>
              </a:spcBef>
              <a:defRPr sz="2600">
                <a:solidFill>
                  <a:srgbClr val="F1F5F9"/>
                </a:solidFill>
                <a:latin typeface="Arial"/>
              </a:defRPr>
            </a:pPr>
            <a:r>
              <a:t>Modern Fitness &amp; Personal Dashboard</a:t>
            </a:r>
          </a:p>
          <a:p>
            <a:pPr algn="ctr">
              <a:spcBef>
                <a:spcPts val="14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A unified personal dashboard for tracking workouts, meals, spends, YouTube fitness content, and receiving AI-driven coach feedback.</a:t>
            </a:r>
          </a:p>
          <a:p>
            <a:pPr algn="ctr">
              <a:spcBef>
                <a:spcPts val="14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Presented by: Vishal Chepuri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The Core Problem &amp; Solution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Simplifying personal fitness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Fragmentation:</a:t>
            </a:r>
            <a:r>
              <a:rPr>
                <a:solidFill>
                  <a:srgbClr val="F1F5F9"/>
                </a:solidFill>
              </a:rPr>
              <a:t> Health metrics, workout logs, budget tracking, and education are fragmented across 4–5 different apps.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Siloed Data:</a:t>
            </a:r>
            <a:r>
              <a:rPr>
                <a:solidFill>
                  <a:srgbClr val="F1F5F9"/>
                </a:solidFill>
              </a:rPr>
              <a:t> Hard to see correlations (e.g., how spending impacts nutrition, or how workouts correlate with consistency).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The Solution:</a:t>
            </a:r>
            <a:r>
              <a:rPr>
                <a:solidFill>
                  <a:srgbClr val="F1F5F9"/>
                </a:solidFill>
              </a:rPr>
              <a:t> A unified Next.js dashboard combining health, fitness, learning, and finances in one single hub.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Coach Integration:</a:t>
            </a:r>
            <a:r>
              <a:rPr>
                <a:solidFill>
                  <a:srgbClr val="F1F5F9"/>
                </a:solidFill>
              </a:rPr>
              <a:t> Automates weekly performance reports using LLMs to act as a virtual coach.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Key Features &amp; Capabilities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What makes Dayza unique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Unified Dashboard:</a:t>
            </a:r>
            <a:r>
              <a:rPr>
                <a:solidFill>
                  <a:srgbClr val="F1F5F9"/>
                </a:solidFill>
              </a:rPr>
              <a:t> View live metrics, daily task lists, and interactive performance charts.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Smart Nutrition:</a:t>
            </a:r>
            <a:r>
              <a:rPr>
                <a:solidFill>
                  <a:srgbClr val="F1F5F9"/>
                </a:solidFill>
              </a:rPr>
              <a:t> Track daily meals, water intake, set macro goals, and apply preset diet cards with one click.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Workout Logs:</a:t>
            </a:r>
            <a:r>
              <a:rPr>
                <a:solidFill>
                  <a:srgbClr val="F1F5F9"/>
                </a:solidFill>
              </a:rPr>
              <a:t> Log custom workout routines, track specific sets, and automatically monitor Personal Records (PRs).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AI Report Card:</a:t>
            </a:r>
            <a:r>
              <a:rPr>
                <a:solidFill>
                  <a:srgbClr val="F1F5F9"/>
                </a:solidFill>
              </a:rPr>
              <a:t> Evaluates calories, protein, water, and workout logs to generate a letter grade and feedback.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Spend Tracker:</a:t>
            </a:r>
            <a:r>
              <a:rPr>
                <a:solidFill>
                  <a:srgbClr val="F1F5F9"/>
                </a:solidFill>
              </a:rPr>
              <a:t> Log expenditures with instant categorization and a visual dynamic category pie chart.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YouTube Summaries:</a:t>
            </a:r>
            <a:r>
              <a:rPr>
                <a:solidFill>
                  <a:srgbClr val="F1F5F9"/>
                </a:solidFill>
              </a:rPr>
              <a:t> Search, play, and save fitness video summaries directly inside the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Frontend Tech Stack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Modern, fast, and interactive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Framework:</a:t>
            </a:r>
            <a:r>
              <a:rPr>
                <a:solidFill>
                  <a:srgbClr val="F1F5F9"/>
                </a:solidFill>
              </a:rPr>
              <a:t> Next.js 14.2 (App Router) - Leveraging Server Components, routing layouts, and edge APIs.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Core Library:</a:t>
            </a:r>
            <a:r>
              <a:rPr>
                <a:solidFill>
                  <a:srgbClr val="F1F5F9"/>
                </a:solidFill>
              </a:rPr>
              <a:t> React 18 with TypeScript for robust type checking.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Styling:</a:t>
            </a:r>
            <a:r>
              <a:rPr>
                <a:solidFill>
                  <a:srgbClr val="F1F5F9"/>
                </a:solidFill>
              </a:rPr>
              <a:t> Tailwind CSS 3 - Mobile-first utility design with dynamic slate themes.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UI Foundation:</a:t>
            </a:r>
            <a:r>
              <a:rPr>
                <a:solidFill>
                  <a:srgbClr val="F1F5F9"/>
                </a:solidFill>
              </a:rPr>
              <a:t> shadcn/ui (built on Radix UI) for premium interactive dialogs, menus, and widgets.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Interactions:</a:t>
            </a:r>
            <a:r>
              <a:rPr>
                <a:solidFill>
                  <a:srgbClr val="F1F5F9"/>
                </a:solidFill>
              </a:rPr>
              <a:t> Framer Motion 10 - Smooth page transitions and subtle micro-animations.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Backend &amp; Data Stack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High-performance data storage and secure API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Database:</a:t>
            </a:r>
            <a:r>
              <a:rPr>
                <a:solidFill>
                  <a:srgbClr val="F1F5F9"/>
                </a:solidFill>
              </a:rPr>
              <a:t> PostgreSQL - High availability relational database.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ORM:</a:t>
            </a:r>
            <a:r>
              <a:rPr>
                <a:solidFill>
                  <a:srgbClr val="F1F5F9"/>
                </a:solidFill>
              </a:rPr>
              <a:t> Prisma 6.7 - Provides type-safe queries, schema migration, and DB client generation.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Authentication:</a:t>
            </a:r>
            <a:r>
              <a:rPr>
                <a:solidFill>
                  <a:srgbClr val="F1F5F9"/>
                </a:solidFill>
              </a:rPr>
              <a:t> NextAuth.js 4.24 - Secure credentials and Google OAuth provider support.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Security:</a:t>
            </a:r>
            <a:r>
              <a:rPr>
                <a:solidFill>
                  <a:srgbClr val="F1F5F9"/>
                </a:solidFill>
              </a:rPr>
              <a:t> Bcrypt.js - Secure encryption for password hashing.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Validation:</a:t>
            </a:r>
            <a:r>
              <a:rPr>
                <a:solidFill>
                  <a:srgbClr val="F1F5F9"/>
                </a:solidFill>
              </a:rPr>
              <a:t> Zod 3.23 - Rigorous API payload validation and form parsing schema.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Database Architecture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Schema models &amp;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User &amp; Sessions:</a:t>
            </a:r>
            <a:r>
              <a:rPr>
                <a:solidFill>
                  <a:srgbClr val="F1F5F9"/>
                </a:solidFill>
              </a:rPr>
              <a:t> User, Account, Session, UserProfile (macros, weights, targets).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Nutrition Logs:</a:t>
            </a:r>
            <a:r>
              <a:rPr>
                <a:solidFill>
                  <a:srgbClr val="F1F5F9"/>
                </a:solidFill>
              </a:rPr>
              <a:t> FoodLog (meals, calories, protein), WaterLog (liquids in ml).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Fitness Tracking:</a:t>
            </a:r>
            <a:r>
              <a:rPr>
                <a:solidFill>
                  <a:srgbClr val="F1F5F9"/>
                </a:solidFill>
              </a:rPr>
              <a:t> WorkoutLog, ExerciseLog, SetLog (keeps track of weight and reps).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Financial Analytics:</a:t>
            </a:r>
            <a:r>
              <a:rPr>
                <a:solidFill>
                  <a:srgbClr val="F1F5F9"/>
                </a:solidFill>
              </a:rPr>
              <a:t> Spend (payment methods, categories, amounts, descriptions).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Reminders &amp; Alerts:</a:t>
            </a:r>
            <a:r>
              <a:rPr>
                <a:solidFill>
                  <a:srgbClr val="F1F5F9"/>
                </a:solidFill>
              </a:rPr>
              <a:t> Reminder, ReminderList (integrated with Telegram workers).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Cloud Services &amp; Hosting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Deploying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Hosting:</a:t>
            </a:r>
            <a:r>
              <a:rPr>
                <a:solidFill>
                  <a:srgbClr val="F1F5F9"/>
                </a:solidFill>
              </a:rPr>
              <a:t> Vercel - Serves global serverless functions and optimized static assets.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Database:</a:t>
            </a:r>
            <a:r>
              <a:rPr>
                <a:solidFill>
                  <a:srgbClr val="F1F5F9"/>
                </a:solidFill>
              </a:rPr>
              <a:t> Neon DB - Serverless PostgreSQL with auto-suspending and instant database branching.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Emails:</a:t>
            </a:r>
            <a:r>
              <a:rPr>
                <a:solidFill>
                  <a:srgbClr val="F1F5F9"/>
                </a:solidFill>
              </a:rPr>
              <a:t> Resend - Modern API for delivering OTP signup verification codes.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AI Engine:</a:t>
            </a:r>
            <a:r>
              <a:rPr>
                <a:solidFill>
                  <a:srgbClr val="F1F5F9"/>
                </a:solidFill>
              </a:rPr>
              <a:t> Abacus.ai - REST endpoint running gpt-5.4-mini model to format user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6366F1"/>
                </a:solidFill>
                <a:latin typeface="Arial"/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defRPr sz="1800" i="1">
                <a:solidFill>
                  <a:srgbClr val="94A3B8"/>
                </a:solidFill>
                <a:latin typeface="Arial"/>
              </a:defRPr>
            </a:pPr>
            <a:r>
              <a:t>Upcoming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Wearable Sync:</a:t>
            </a:r>
            <a:r>
              <a:rPr>
                <a:solidFill>
                  <a:srgbClr val="F1F5F9"/>
                </a:solidFill>
              </a:rPr>
              <a:t> Integration with Apple Health, Google Fit, or Whoop APIs for automated metric logging.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Telegram Bot:</a:t>
            </a:r>
            <a:r>
              <a:rPr>
                <a:solidFill>
                  <a:srgbClr val="F1F5F9"/>
                </a:solidFill>
              </a:rPr>
              <a:t> Enabling logging of foods/workouts directly via instant text messages to a Telegram bot.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Coach Accounts:</a:t>
            </a:r>
            <a:r>
              <a:rPr>
                <a:solidFill>
                  <a:srgbClr val="F1F5F9"/>
                </a:solidFill>
              </a:rPr>
              <a:t> Shared coach portals where personal trainers can view and edit client diets or training splits.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Arial"/>
              </a:defRPr>
            </a:pPr>
            <a:r>
              <a:rPr b="1">
                <a:solidFill>
                  <a:srgbClr val="6366F1"/>
                </a:solidFill>
              </a:rPr>
              <a:t>Offline Support:</a:t>
            </a:r>
            <a:r>
              <a:rPr>
                <a:solidFill>
                  <a:srgbClr val="F1F5F9"/>
                </a:solidFill>
              </a:rPr>
              <a:t> Syncing cached entries when network connections are restored.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